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Calibri" panose="020F0502020204030204" pitchFamily="34" charset="0"/>
      <p:regular r:id="rId10"/>
      <p:bold r:id="rId11"/>
      <p:italic r:id="rId12"/>
      <p:boldItalic r:id="rId13"/>
    </p:embeddedFont>
    <p:embeddedFont>
      <p:font typeface="Montserrat" pitchFamily="2" charset="77"/>
      <p:regular r:id="rId14"/>
      <p:bold r:id="rId15"/>
      <p:italic r:id="rId16"/>
      <p:boldItalic r:id="rId17"/>
    </p:embeddedFont>
    <p:embeddedFont>
      <p:font typeface="Montserrat Bold" pitchFamily="2" charset="77"/>
      <p:regular r:id="rId18"/>
      <p:bold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1F1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autoAdjust="0"/>
    <p:restoredTop sz="94541" autoAdjust="0"/>
  </p:normalViewPr>
  <p:slideViewPr>
    <p:cSldViewPr>
      <p:cViewPr varScale="1">
        <p:scale>
          <a:sx n="82" d="100"/>
          <a:sy n="82" d="100"/>
        </p:scale>
        <p:origin x="664"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tableStyles" Target="tableStyles.xml"/><Relationship Id="rId10" Type="http://schemas.openxmlformats.org/officeDocument/2006/relationships/font" Target="fonts/font1.fntdata"/><Relationship Id="rId19"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5.fntdata"/><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29EBE9">
                <a:alpha val="100000"/>
              </a:srgbClr>
            </a:gs>
            <a:gs pos="100000">
              <a:srgbClr val="8A86FF">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10463626" y="1621617"/>
            <a:ext cx="753561" cy="75356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600FE">
                    <a:alpha val="100000"/>
                  </a:srgbClr>
                </a:gs>
                <a:gs pos="25000">
                  <a:srgbClr val="C900FE">
                    <a:alpha val="100000"/>
                  </a:srgbClr>
                </a:gs>
                <a:gs pos="50000">
                  <a:srgbClr val="A136FF">
                    <a:alpha val="100000"/>
                  </a:srgbClr>
                </a:gs>
                <a:gs pos="75000">
                  <a:srgbClr val="5142F0">
                    <a:alpha val="100000"/>
                  </a:srgbClr>
                </a:gs>
                <a:gs pos="100000">
                  <a:srgbClr val="0033D9">
                    <a:alpha val="100000"/>
                  </a:srgbClr>
                </a:gs>
              </a:gsLst>
              <a:path path="circle">
                <a:fillToRect r="100000" b="100000"/>
              </a:path>
              <a:tileRect l="-100000" t="-100000"/>
            </a:gra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4778711" y="7667323"/>
            <a:ext cx="1578921" cy="157892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600FE">
                    <a:alpha val="100000"/>
                  </a:srgbClr>
                </a:gs>
                <a:gs pos="25000">
                  <a:srgbClr val="C900FE">
                    <a:alpha val="100000"/>
                  </a:srgbClr>
                </a:gs>
                <a:gs pos="50000">
                  <a:srgbClr val="A136FF">
                    <a:alpha val="100000"/>
                  </a:srgbClr>
                </a:gs>
                <a:gs pos="75000">
                  <a:srgbClr val="5142F0">
                    <a:alpha val="100000"/>
                  </a:srgbClr>
                </a:gs>
                <a:gs pos="100000">
                  <a:srgbClr val="0033D9">
                    <a:alpha val="100000"/>
                  </a:srgbClr>
                </a:gs>
              </a:gsLst>
              <a:path path="circle">
                <a:fillToRect r="100000" b="100000"/>
              </a:path>
              <a:tileRect l="-100000" t="-100000"/>
            </a:gradFill>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367131" y="8701211"/>
            <a:ext cx="2087826" cy="2087826"/>
          </a:xfrm>
          <a:custGeom>
            <a:avLst/>
            <a:gdLst/>
            <a:ahLst/>
            <a:cxnLst/>
            <a:rect l="l" t="t" r="r" b="b"/>
            <a:pathLst>
              <a:path w="2087826" h="2087826">
                <a:moveTo>
                  <a:pt x="0" y="0"/>
                </a:moveTo>
                <a:lnTo>
                  <a:pt x="2087826" y="0"/>
                </a:lnTo>
                <a:lnTo>
                  <a:pt x="2087826" y="2087826"/>
                </a:lnTo>
                <a:lnTo>
                  <a:pt x="0" y="2087826"/>
                </a:lnTo>
                <a:lnTo>
                  <a:pt x="0" y="0"/>
                </a:lnTo>
                <a:close/>
              </a:path>
            </a:pathLst>
          </a:custGeom>
          <a:blipFill>
            <a:blip r:embed="rId2"/>
            <a:stretch>
              <a:fillRect/>
            </a:stretch>
          </a:blipFill>
        </p:spPr>
      </p:sp>
      <p:sp>
        <p:nvSpPr>
          <p:cNvPr id="9" name="Freeform 9"/>
          <p:cNvSpPr/>
          <p:nvPr/>
        </p:nvSpPr>
        <p:spPr>
          <a:xfrm>
            <a:off x="14000803" y="1396797"/>
            <a:ext cx="2356829" cy="2356829"/>
          </a:xfrm>
          <a:custGeom>
            <a:avLst/>
            <a:gdLst/>
            <a:ahLst/>
            <a:cxnLst/>
            <a:rect l="l" t="t" r="r" b="b"/>
            <a:pathLst>
              <a:path w="2356829" h="2356829">
                <a:moveTo>
                  <a:pt x="0" y="0"/>
                </a:moveTo>
                <a:lnTo>
                  <a:pt x="2356829" y="0"/>
                </a:lnTo>
                <a:lnTo>
                  <a:pt x="2356829" y="2356828"/>
                </a:lnTo>
                <a:lnTo>
                  <a:pt x="0" y="2356828"/>
                </a:lnTo>
                <a:lnTo>
                  <a:pt x="0" y="0"/>
                </a:lnTo>
                <a:close/>
              </a:path>
            </a:pathLst>
          </a:custGeom>
          <a:blipFill>
            <a:blip r:embed="rId3"/>
            <a:stretch>
              <a:fillRect/>
            </a:stretch>
          </a:blipFill>
        </p:spPr>
      </p:sp>
      <p:sp>
        <p:nvSpPr>
          <p:cNvPr id="10" name="Freeform 10"/>
          <p:cNvSpPr/>
          <p:nvPr/>
        </p:nvSpPr>
        <p:spPr>
          <a:xfrm>
            <a:off x="15917126" y="5754216"/>
            <a:ext cx="1913107" cy="1913107"/>
          </a:xfrm>
          <a:custGeom>
            <a:avLst/>
            <a:gdLst/>
            <a:ahLst/>
            <a:cxnLst/>
            <a:rect l="l" t="t" r="r" b="b"/>
            <a:pathLst>
              <a:path w="1913107" h="1913107">
                <a:moveTo>
                  <a:pt x="0" y="0"/>
                </a:moveTo>
                <a:lnTo>
                  <a:pt x="1913107" y="0"/>
                </a:lnTo>
                <a:lnTo>
                  <a:pt x="1913107" y="1913107"/>
                </a:lnTo>
                <a:lnTo>
                  <a:pt x="0" y="1913107"/>
                </a:lnTo>
                <a:lnTo>
                  <a:pt x="0" y="0"/>
                </a:lnTo>
                <a:close/>
              </a:path>
            </a:pathLst>
          </a:custGeom>
          <a:blipFill>
            <a:blip r:embed="rId4"/>
            <a:stretch>
              <a:fillRect/>
            </a:stretch>
          </a:blipFill>
        </p:spPr>
      </p:sp>
      <p:sp>
        <p:nvSpPr>
          <p:cNvPr id="11" name="Freeform 11"/>
          <p:cNvSpPr/>
          <p:nvPr/>
        </p:nvSpPr>
        <p:spPr>
          <a:xfrm>
            <a:off x="239633" y="668023"/>
            <a:ext cx="1907188" cy="1907188"/>
          </a:xfrm>
          <a:custGeom>
            <a:avLst/>
            <a:gdLst/>
            <a:ahLst/>
            <a:cxnLst/>
            <a:rect l="l" t="t" r="r" b="b"/>
            <a:pathLst>
              <a:path w="1907188" h="1907188">
                <a:moveTo>
                  <a:pt x="0" y="0"/>
                </a:moveTo>
                <a:lnTo>
                  <a:pt x="1907188" y="0"/>
                </a:lnTo>
                <a:lnTo>
                  <a:pt x="1907188" y="1907188"/>
                </a:lnTo>
                <a:lnTo>
                  <a:pt x="0" y="1907188"/>
                </a:lnTo>
                <a:lnTo>
                  <a:pt x="0" y="0"/>
                </a:lnTo>
                <a:close/>
              </a:path>
            </a:pathLst>
          </a:custGeom>
          <a:blipFill>
            <a:blip r:embed="rId5"/>
            <a:stretch>
              <a:fillRect/>
            </a:stretch>
          </a:blipFill>
        </p:spPr>
      </p:sp>
      <p:sp>
        <p:nvSpPr>
          <p:cNvPr id="12" name="Freeform 12"/>
          <p:cNvSpPr/>
          <p:nvPr/>
        </p:nvSpPr>
        <p:spPr>
          <a:xfrm>
            <a:off x="15426575" y="7667323"/>
            <a:ext cx="666833" cy="1578921"/>
          </a:xfrm>
          <a:custGeom>
            <a:avLst/>
            <a:gdLst/>
            <a:ahLst/>
            <a:cxnLst/>
            <a:rect l="l" t="t" r="r" b="b"/>
            <a:pathLst>
              <a:path w="666833" h="1578921">
                <a:moveTo>
                  <a:pt x="0" y="0"/>
                </a:moveTo>
                <a:lnTo>
                  <a:pt x="666834" y="0"/>
                </a:lnTo>
                <a:lnTo>
                  <a:pt x="666834" y="1578921"/>
                </a:lnTo>
                <a:lnTo>
                  <a:pt x="0" y="1578921"/>
                </a:lnTo>
                <a:lnTo>
                  <a:pt x="0" y="0"/>
                </a:lnTo>
                <a:close/>
              </a:path>
            </a:pathLst>
          </a:custGeom>
          <a:blipFill>
            <a:blip r:embed="rId6"/>
            <a:stretch>
              <a:fillRect t="-32707" b="-32707"/>
            </a:stretch>
          </a:blipFill>
        </p:spPr>
      </p:sp>
      <p:sp>
        <p:nvSpPr>
          <p:cNvPr id="13" name="Freeform 13"/>
          <p:cNvSpPr/>
          <p:nvPr/>
        </p:nvSpPr>
        <p:spPr>
          <a:xfrm>
            <a:off x="10222560" y="8289034"/>
            <a:ext cx="1575408" cy="1914420"/>
          </a:xfrm>
          <a:custGeom>
            <a:avLst/>
            <a:gdLst/>
            <a:ahLst/>
            <a:cxnLst/>
            <a:rect l="l" t="t" r="r" b="b"/>
            <a:pathLst>
              <a:path w="1575408" h="1914420">
                <a:moveTo>
                  <a:pt x="0" y="0"/>
                </a:moveTo>
                <a:lnTo>
                  <a:pt x="1575408" y="0"/>
                </a:lnTo>
                <a:lnTo>
                  <a:pt x="1575408" y="1914420"/>
                </a:lnTo>
                <a:lnTo>
                  <a:pt x="0" y="1914420"/>
                </a:lnTo>
                <a:lnTo>
                  <a:pt x="0" y="0"/>
                </a:lnTo>
                <a:close/>
              </a:path>
            </a:pathLst>
          </a:custGeom>
          <a:blipFill>
            <a:blip r:embed="rId7"/>
            <a:stretch>
              <a:fillRect/>
            </a:stretch>
          </a:blipFill>
        </p:spPr>
      </p:sp>
      <p:sp>
        <p:nvSpPr>
          <p:cNvPr id="14" name="Freeform 14"/>
          <p:cNvSpPr/>
          <p:nvPr/>
        </p:nvSpPr>
        <p:spPr>
          <a:xfrm>
            <a:off x="9927202" y="5926702"/>
            <a:ext cx="1538215" cy="1538215"/>
          </a:xfrm>
          <a:custGeom>
            <a:avLst/>
            <a:gdLst/>
            <a:ahLst/>
            <a:cxnLst/>
            <a:rect l="l" t="t" r="r" b="b"/>
            <a:pathLst>
              <a:path w="1538215" h="1538215">
                <a:moveTo>
                  <a:pt x="0" y="0"/>
                </a:moveTo>
                <a:lnTo>
                  <a:pt x="1538215" y="0"/>
                </a:lnTo>
                <a:lnTo>
                  <a:pt x="1538215" y="1538215"/>
                </a:lnTo>
                <a:lnTo>
                  <a:pt x="0" y="1538215"/>
                </a:lnTo>
                <a:lnTo>
                  <a:pt x="0" y="0"/>
                </a:lnTo>
                <a:close/>
              </a:path>
            </a:pathLst>
          </a:custGeom>
          <a:blipFill>
            <a:blip r:embed="rId8"/>
            <a:stretch>
              <a:fillRect/>
            </a:stretch>
          </a:blipFill>
        </p:spPr>
      </p:sp>
      <p:sp>
        <p:nvSpPr>
          <p:cNvPr id="15" name="Freeform 15"/>
          <p:cNvSpPr/>
          <p:nvPr/>
        </p:nvSpPr>
        <p:spPr>
          <a:xfrm>
            <a:off x="6547450" y="2529166"/>
            <a:ext cx="5193099" cy="5228668"/>
          </a:xfrm>
          <a:custGeom>
            <a:avLst/>
            <a:gdLst/>
            <a:ahLst/>
            <a:cxnLst/>
            <a:rect l="l" t="t" r="r" b="b"/>
            <a:pathLst>
              <a:path w="5193099" h="5228668">
                <a:moveTo>
                  <a:pt x="0" y="0"/>
                </a:moveTo>
                <a:lnTo>
                  <a:pt x="5193100" y="0"/>
                </a:lnTo>
                <a:lnTo>
                  <a:pt x="5193100" y="5228668"/>
                </a:lnTo>
                <a:lnTo>
                  <a:pt x="0" y="5228668"/>
                </a:lnTo>
                <a:lnTo>
                  <a:pt x="0" y="0"/>
                </a:lnTo>
                <a:close/>
              </a:path>
            </a:pathLst>
          </a:custGeom>
          <a:blipFill>
            <a:blip r:embed="rId9"/>
            <a:stretch>
              <a:fillRect/>
            </a:stretch>
          </a:blipFill>
        </p:spPr>
      </p:sp>
      <p:sp>
        <p:nvSpPr>
          <p:cNvPr id="16" name="Freeform 16"/>
          <p:cNvSpPr/>
          <p:nvPr/>
        </p:nvSpPr>
        <p:spPr>
          <a:xfrm>
            <a:off x="4953901" y="1028700"/>
            <a:ext cx="2156357" cy="2156357"/>
          </a:xfrm>
          <a:custGeom>
            <a:avLst/>
            <a:gdLst/>
            <a:ahLst/>
            <a:cxnLst/>
            <a:rect l="l" t="t" r="r" b="b"/>
            <a:pathLst>
              <a:path w="2156357" h="2156357">
                <a:moveTo>
                  <a:pt x="0" y="0"/>
                </a:moveTo>
                <a:lnTo>
                  <a:pt x="2156357" y="0"/>
                </a:lnTo>
                <a:lnTo>
                  <a:pt x="2156357" y="2156357"/>
                </a:lnTo>
                <a:lnTo>
                  <a:pt x="0" y="2156357"/>
                </a:lnTo>
                <a:lnTo>
                  <a:pt x="0" y="0"/>
                </a:lnTo>
                <a:close/>
              </a:path>
            </a:pathLst>
          </a:custGeom>
          <a:blipFill>
            <a:blip r:embed="rId10"/>
            <a:stretch>
              <a:fillRect/>
            </a:stretch>
          </a:blipFill>
        </p:spPr>
      </p:sp>
      <p:sp>
        <p:nvSpPr>
          <p:cNvPr id="17" name="TextBox 17"/>
          <p:cNvSpPr txBox="1"/>
          <p:nvPr/>
        </p:nvSpPr>
        <p:spPr>
          <a:xfrm>
            <a:off x="1367130" y="3714421"/>
            <a:ext cx="13034669" cy="3433312"/>
          </a:xfrm>
          <a:prstGeom prst="rect">
            <a:avLst/>
          </a:prstGeom>
        </p:spPr>
        <p:txBody>
          <a:bodyPr wrap="square" lIns="0" tIns="0" rIns="0" bIns="0" rtlCol="0" anchor="t">
            <a:spAutoFit/>
          </a:bodyPr>
          <a:lstStyle/>
          <a:p>
            <a:pPr algn="l">
              <a:lnSpc>
                <a:spcPts val="13868"/>
              </a:lnSpc>
              <a:spcBef>
                <a:spcPct val="0"/>
              </a:spcBef>
            </a:pPr>
            <a:r>
              <a:rPr lang="en-US" sz="9905" b="1" dirty="0">
                <a:solidFill>
                  <a:srgbClr val="000000"/>
                </a:solidFill>
                <a:latin typeface="Montserrat Bold"/>
                <a:ea typeface="Montserrat Bold"/>
                <a:cs typeface="Montserrat Bold"/>
                <a:sym typeface="Montserrat Bold"/>
              </a:rPr>
              <a:t>Nexus </a:t>
            </a:r>
            <a:r>
              <a:rPr lang="en-US" sz="9905" b="1" dirty="0" err="1">
                <a:solidFill>
                  <a:srgbClr val="000000"/>
                </a:solidFill>
                <a:latin typeface="Montserrat Bold"/>
                <a:ea typeface="Montserrat Bold"/>
                <a:cs typeface="Montserrat Bold"/>
                <a:sym typeface="Montserrat Bold"/>
              </a:rPr>
              <a:t>GrowthLabs</a:t>
            </a:r>
            <a:r>
              <a:rPr lang="en-US" sz="9905" b="1" dirty="0">
                <a:solidFill>
                  <a:srgbClr val="000000"/>
                </a:solidFill>
                <a:latin typeface="Montserrat Bold"/>
                <a:ea typeface="Montserrat Bold"/>
                <a:cs typeface="Montserrat Bold"/>
                <a:sym typeface="Montserrat Bold"/>
              </a:rPr>
              <a:t> </a:t>
            </a:r>
            <a:br>
              <a:rPr lang="en-US" sz="9905" b="1" dirty="0">
                <a:solidFill>
                  <a:srgbClr val="000000"/>
                </a:solidFill>
                <a:latin typeface="Montserrat Bold"/>
                <a:ea typeface="Montserrat Bold"/>
                <a:cs typeface="Montserrat Bold"/>
                <a:sym typeface="Montserrat Bold"/>
              </a:rPr>
            </a:br>
            <a:r>
              <a:rPr lang="en-US" sz="6000" b="1" dirty="0">
                <a:solidFill>
                  <a:srgbClr val="000000"/>
                </a:solidFill>
                <a:latin typeface="Montserrat Bold"/>
                <a:ea typeface="Montserrat Bold"/>
                <a:cs typeface="Montserrat Bold"/>
                <a:sym typeface="Montserrat Bold"/>
              </a:rPr>
              <a:t>Pitch Deck Template</a:t>
            </a:r>
          </a:p>
        </p:txBody>
      </p:sp>
      <p:sp>
        <p:nvSpPr>
          <p:cNvPr id="18" name="TextBox 18"/>
          <p:cNvSpPr txBox="1"/>
          <p:nvPr/>
        </p:nvSpPr>
        <p:spPr>
          <a:xfrm>
            <a:off x="1367131" y="7818398"/>
            <a:ext cx="7173539" cy="554635"/>
          </a:xfrm>
          <a:prstGeom prst="rect">
            <a:avLst/>
          </a:prstGeom>
        </p:spPr>
        <p:txBody>
          <a:bodyPr lIns="0" tIns="0" rIns="0" bIns="0" rtlCol="0" anchor="t">
            <a:spAutoFit/>
          </a:bodyPr>
          <a:lstStyle/>
          <a:p>
            <a:pPr algn="l">
              <a:lnSpc>
                <a:spcPts val="4632"/>
              </a:lnSpc>
              <a:spcBef>
                <a:spcPct val="0"/>
              </a:spcBef>
            </a:pPr>
            <a:r>
              <a:rPr lang="en-US" sz="3308" dirty="0">
                <a:solidFill>
                  <a:srgbClr val="000000"/>
                </a:solidFill>
                <a:latin typeface="Montserrat"/>
                <a:ea typeface="Montserrat"/>
                <a:cs typeface="Montserrat"/>
                <a:sym typeface="Montserrat"/>
              </a:rPr>
              <a:t>Presented by Alberto Lobo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463626" y="1621617"/>
            <a:ext cx="753561" cy="75356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600FE">
                    <a:alpha val="100000"/>
                  </a:srgbClr>
                </a:gs>
                <a:gs pos="25000">
                  <a:srgbClr val="C900FE">
                    <a:alpha val="100000"/>
                  </a:srgbClr>
                </a:gs>
                <a:gs pos="50000">
                  <a:srgbClr val="A136FF">
                    <a:alpha val="100000"/>
                  </a:srgbClr>
                </a:gs>
                <a:gs pos="75000">
                  <a:srgbClr val="5142F0">
                    <a:alpha val="100000"/>
                  </a:srgbClr>
                </a:gs>
                <a:gs pos="100000">
                  <a:srgbClr val="0033D9">
                    <a:alpha val="100000"/>
                  </a:srgbClr>
                </a:gs>
              </a:gsLst>
              <a:path path="circle">
                <a:fillToRect r="100000" b="100000"/>
              </a:path>
              <a:tileRect l="-100000" t="-100000"/>
            </a:gra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4778711" y="7667323"/>
            <a:ext cx="1578921" cy="157892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600FE">
                    <a:alpha val="100000"/>
                  </a:srgbClr>
                </a:gs>
                <a:gs pos="25000">
                  <a:srgbClr val="C900FE">
                    <a:alpha val="100000"/>
                  </a:srgbClr>
                </a:gs>
                <a:gs pos="50000">
                  <a:srgbClr val="A136FF">
                    <a:alpha val="100000"/>
                  </a:srgbClr>
                </a:gs>
                <a:gs pos="75000">
                  <a:srgbClr val="5142F0">
                    <a:alpha val="100000"/>
                  </a:srgbClr>
                </a:gs>
                <a:gs pos="100000">
                  <a:srgbClr val="0033D9">
                    <a:alpha val="100000"/>
                  </a:srgbClr>
                </a:gs>
              </a:gsLst>
              <a:path path="circle">
                <a:fillToRect r="100000" b="100000"/>
              </a:path>
              <a:tileRect l="-100000" t="-100000"/>
            </a:gradFill>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367131" y="8701211"/>
            <a:ext cx="2087826" cy="2087826"/>
          </a:xfrm>
          <a:custGeom>
            <a:avLst/>
            <a:gdLst/>
            <a:ahLst/>
            <a:cxnLst/>
            <a:rect l="l" t="t" r="r" b="b"/>
            <a:pathLst>
              <a:path w="2087826" h="2087826">
                <a:moveTo>
                  <a:pt x="0" y="0"/>
                </a:moveTo>
                <a:lnTo>
                  <a:pt x="2087826" y="0"/>
                </a:lnTo>
                <a:lnTo>
                  <a:pt x="2087826" y="2087826"/>
                </a:lnTo>
                <a:lnTo>
                  <a:pt x="0" y="2087826"/>
                </a:lnTo>
                <a:lnTo>
                  <a:pt x="0" y="0"/>
                </a:lnTo>
                <a:close/>
              </a:path>
            </a:pathLst>
          </a:custGeom>
          <a:blipFill>
            <a:blip r:embed="rId2"/>
            <a:stretch>
              <a:fillRect/>
            </a:stretch>
          </a:blipFill>
        </p:spPr>
      </p:sp>
      <p:sp>
        <p:nvSpPr>
          <p:cNvPr id="9" name="Freeform 9"/>
          <p:cNvSpPr/>
          <p:nvPr/>
        </p:nvSpPr>
        <p:spPr>
          <a:xfrm>
            <a:off x="14321645" y="2799829"/>
            <a:ext cx="1916323" cy="1916323"/>
          </a:xfrm>
          <a:custGeom>
            <a:avLst/>
            <a:gdLst/>
            <a:ahLst/>
            <a:cxnLst/>
            <a:rect l="l" t="t" r="r" b="b"/>
            <a:pathLst>
              <a:path w="1916323" h="1916323">
                <a:moveTo>
                  <a:pt x="0" y="0"/>
                </a:moveTo>
                <a:lnTo>
                  <a:pt x="1916323" y="0"/>
                </a:lnTo>
                <a:lnTo>
                  <a:pt x="1916323" y="1916323"/>
                </a:lnTo>
                <a:lnTo>
                  <a:pt x="0" y="1916323"/>
                </a:lnTo>
                <a:lnTo>
                  <a:pt x="0" y="0"/>
                </a:lnTo>
                <a:close/>
              </a:path>
            </a:pathLst>
          </a:custGeom>
          <a:blipFill>
            <a:blip r:embed="rId3"/>
            <a:stretch>
              <a:fillRect/>
            </a:stretch>
          </a:blipFill>
        </p:spPr>
      </p:sp>
      <p:sp>
        <p:nvSpPr>
          <p:cNvPr id="10" name="Freeform 10"/>
          <p:cNvSpPr/>
          <p:nvPr/>
        </p:nvSpPr>
        <p:spPr>
          <a:xfrm>
            <a:off x="15917126" y="5754216"/>
            <a:ext cx="1913107" cy="1913107"/>
          </a:xfrm>
          <a:custGeom>
            <a:avLst/>
            <a:gdLst/>
            <a:ahLst/>
            <a:cxnLst/>
            <a:rect l="l" t="t" r="r" b="b"/>
            <a:pathLst>
              <a:path w="1913107" h="1913107">
                <a:moveTo>
                  <a:pt x="0" y="0"/>
                </a:moveTo>
                <a:lnTo>
                  <a:pt x="1913107" y="0"/>
                </a:lnTo>
                <a:lnTo>
                  <a:pt x="1913107" y="1913107"/>
                </a:lnTo>
                <a:lnTo>
                  <a:pt x="0" y="1913107"/>
                </a:lnTo>
                <a:lnTo>
                  <a:pt x="0" y="0"/>
                </a:lnTo>
                <a:close/>
              </a:path>
            </a:pathLst>
          </a:custGeom>
          <a:blipFill>
            <a:blip r:embed="rId4"/>
            <a:stretch>
              <a:fillRect/>
            </a:stretch>
          </a:blipFill>
        </p:spPr>
      </p:sp>
      <p:sp>
        <p:nvSpPr>
          <p:cNvPr id="11" name="Freeform 11"/>
          <p:cNvSpPr/>
          <p:nvPr/>
        </p:nvSpPr>
        <p:spPr>
          <a:xfrm>
            <a:off x="239633" y="668023"/>
            <a:ext cx="1907188" cy="1907188"/>
          </a:xfrm>
          <a:custGeom>
            <a:avLst/>
            <a:gdLst/>
            <a:ahLst/>
            <a:cxnLst/>
            <a:rect l="l" t="t" r="r" b="b"/>
            <a:pathLst>
              <a:path w="1907188" h="1907188">
                <a:moveTo>
                  <a:pt x="0" y="0"/>
                </a:moveTo>
                <a:lnTo>
                  <a:pt x="1907188" y="0"/>
                </a:lnTo>
                <a:lnTo>
                  <a:pt x="1907188" y="1907188"/>
                </a:lnTo>
                <a:lnTo>
                  <a:pt x="0" y="1907188"/>
                </a:lnTo>
                <a:lnTo>
                  <a:pt x="0" y="0"/>
                </a:lnTo>
                <a:close/>
              </a:path>
            </a:pathLst>
          </a:custGeom>
          <a:blipFill>
            <a:blip r:embed="rId5"/>
            <a:stretch>
              <a:fillRect/>
            </a:stretch>
          </a:blipFill>
        </p:spPr>
      </p:sp>
      <p:sp>
        <p:nvSpPr>
          <p:cNvPr id="12" name="Freeform 12"/>
          <p:cNvSpPr/>
          <p:nvPr/>
        </p:nvSpPr>
        <p:spPr>
          <a:xfrm>
            <a:off x="15426575" y="7667323"/>
            <a:ext cx="666833" cy="1578921"/>
          </a:xfrm>
          <a:custGeom>
            <a:avLst/>
            <a:gdLst/>
            <a:ahLst/>
            <a:cxnLst/>
            <a:rect l="l" t="t" r="r" b="b"/>
            <a:pathLst>
              <a:path w="666833" h="1578921">
                <a:moveTo>
                  <a:pt x="0" y="0"/>
                </a:moveTo>
                <a:lnTo>
                  <a:pt x="666834" y="0"/>
                </a:lnTo>
                <a:lnTo>
                  <a:pt x="666834" y="1578921"/>
                </a:lnTo>
                <a:lnTo>
                  <a:pt x="0" y="1578921"/>
                </a:lnTo>
                <a:lnTo>
                  <a:pt x="0" y="0"/>
                </a:lnTo>
                <a:close/>
              </a:path>
            </a:pathLst>
          </a:custGeom>
          <a:blipFill>
            <a:blip r:embed="rId6"/>
            <a:stretch>
              <a:fillRect t="-32707" b="-32707"/>
            </a:stretch>
          </a:blipFill>
        </p:spPr>
      </p:sp>
      <p:sp>
        <p:nvSpPr>
          <p:cNvPr id="13" name="Freeform 13"/>
          <p:cNvSpPr/>
          <p:nvPr/>
        </p:nvSpPr>
        <p:spPr>
          <a:xfrm>
            <a:off x="10222560" y="8289034"/>
            <a:ext cx="1575408" cy="1914420"/>
          </a:xfrm>
          <a:custGeom>
            <a:avLst/>
            <a:gdLst/>
            <a:ahLst/>
            <a:cxnLst/>
            <a:rect l="l" t="t" r="r" b="b"/>
            <a:pathLst>
              <a:path w="1575408" h="1914420">
                <a:moveTo>
                  <a:pt x="0" y="0"/>
                </a:moveTo>
                <a:lnTo>
                  <a:pt x="1575408" y="0"/>
                </a:lnTo>
                <a:lnTo>
                  <a:pt x="1575408" y="1914420"/>
                </a:lnTo>
                <a:lnTo>
                  <a:pt x="0" y="1914420"/>
                </a:lnTo>
                <a:lnTo>
                  <a:pt x="0" y="0"/>
                </a:lnTo>
                <a:close/>
              </a:path>
            </a:pathLst>
          </a:custGeom>
          <a:blipFill>
            <a:blip r:embed="rId7"/>
            <a:stretch>
              <a:fillRect/>
            </a:stretch>
          </a:blipFill>
        </p:spPr>
      </p:sp>
      <p:sp>
        <p:nvSpPr>
          <p:cNvPr id="14" name="Freeform 14"/>
          <p:cNvSpPr/>
          <p:nvPr/>
        </p:nvSpPr>
        <p:spPr>
          <a:xfrm>
            <a:off x="6605543" y="8748785"/>
            <a:ext cx="1538215" cy="1538215"/>
          </a:xfrm>
          <a:custGeom>
            <a:avLst/>
            <a:gdLst/>
            <a:ahLst/>
            <a:cxnLst/>
            <a:rect l="l" t="t" r="r" b="b"/>
            <a:pathLst>
              <a:path w="1538215" h="1538215">
                <a:moveTo>
                  <a:pt x="0" y="0"/>
                </a:moveTo>
                <a:lnTo>
                  <a:pt x="1538215" y="0"/>
                </a:lnTo>
                <a:lnTo>
                  <a:pt x="1538215" y="1538215"/>
                </a:lnTo>
                <a:lnTo>
                  <a:pt x="0" y="1538215"/>
                </a:lnTo>
                <a:lnTo>
                  <a:pt x="0" y="0"/>
                </a:lnTo>
                <a:close/>
              </a:path>
            </a:pathLst>
          </a:custGeom>
          <a:blipFill>
            <a:blip r:embed="rId8"/>
            <a:stretch>
              <a:fillRect/>
            </a:stretch>
          </a:blipFill>
        </p:spPr>
      </p:sp>
      <p:sp>
        <p:nvSpPr>
          <p:cNvPr id="15" name="Freeform 15"/>
          <p:cNvSpPr/>
          <p:nvPr/>
        </p:nvSpPr>
        <p:spPr>
          <a:xfrm>
            <a:off x="9263772" y="3176705"/>
            <a:ext cx="3906831" cy="3933590"/>
          </a:xfrm>
          <a:custGeom>
            <a:avLst/>
            <a:gdLst/>
            <a:ahLst/>
            <a:cxnLst/>
            <a:rect l="l" t="t" r="r" b="b"/>
            <a:pathLst>
              <a:path w="3906831" h="3933590">
                <a:moveTo>
                  <a:pt x="0" y="0"/>
                </a:moveTo>
                <a:lnTo>
                  <a:pt x="3906831" y="0"/>
                </a:lnTo>
                <a:lnTo>
                  <a:pt x="3906831" y="3933590"/>
                </a:lnTo>
                <a:lnTo>
                  <a:pt x="0" y="3933590"/>
                </a:lnTo>
                <a:lnTo>
                  <a:pt x="0" y="0"/>
                </a:lnTo>
                <a:close/>
              </a:path>
            </a:pathLst>
          </a:custGeom>
          <a:blipFill>
            <a:blip r:embed="rId9"/>
            <a:stretch>
              <a:fillRect/>
            </a:stretch>
          </a:blipFill>
        </p:spPr>
      </p:sp>
      <p:sp>
        <p:nvSpPr>
          <p:cNvPr id="16" name="Freeform 16"/>
          <p:cNvSpPr/>
          <p:nvPr/>
        </p:nvSpPr>
        <p:spPr>
          <a:xfrm>
            <a:off x="4953901" y="1028700"/>
            <a:ext cx="2156357" cy="2156357"/>
          </a:xfrm>
          <a:custGeom>
            <a:avLst/>
            <a:gdLst/>
            <a:ahLst/>
            <a:cxnLst/>
            <a:rect l="l" t="t" r="r" b="b"/>
            <a:pathLst>
              <a:path w="2156357" h="2156357">
                <a:moveTo>
                  <a:pt x="0" y="0"/>
                </a:moveTo>
                <a:lnTo>
                  <a:pt x="2156357" y="0"/>
                </a:lnTo>
                <a:lnTo>
                  <a:pt x="2156357" y="2156357"/>
                </a:lnTo>
                <a:lnTo>
                  <a:pt x="0" y="2156357"/>
                </a:lnTo>
                <a:lnTo>
                  <a:pt x="0" y="0"/>
                </a:lnTo>
                <a:close/>
              </a:path>
            </a:pathLst>
          </a:custGeom>
          <a:blipFill>
            <a:blip r:embed="rId10"/>
            <a:stretch>
              <a:fillRect/>
            </a:stretch>
          </a:blipFill>
        </p:spPr>
      </p:sp>
      <p:sp>
        <p:nvSpPr>
          <p:cNvPr id="17" name="TextBox 17"/>
          <p:cNvSpPr txBox="1"/>
          <p:nvPr/>
        </p:nvSpPr>
        <p:spPr>
          <a:xfrm>
            <a:off x="1367131" y="3325960"/>
            <a:ext cx="10072534" cy="3454219"/>
          </a:xfrm>
          <a:prstGeom prst="rect">
            <a:avLst/>
          </a:prstGeom>
        </p:spPr>
        <p:txBody>
          <a:bodyPr lIns="0" tIns="0" rIns="0" bIns="0" rtlCol="0" anchor="t">
            <a:spAutoFit/>
          </a:bodyPr>
          <a:lstStyle/>
          <a:p>
            <a:pPr algn="l">
              <a:lnSpc>
                <a:spcPts val="13868"/>
              </a:lnSpc>
            </a:pPr>
            <a:r>
              <a:rPr lang="en-US" sz="9905" b="1" dirty="0">
                <a:solidFill>
                  <a:srgbClr val="000000"/>
                </a:solidFill>
                <a:latin typeface="Montserrat Bold"/>
                <a:ea typeface="Montserrat Bold"/>
                <a:cs typeface="Montserrat Bold"/>
                <a:sym typeface="Montserrat Bold"/>
              </a:rPr>
              <a:t>Elements</a:t>
            </a:r>
          </a:p>
          <a:p>
            <a:pPr algn="l">
              <a:lnSpc>
                <a:spcPts val="13868"/>
              </a:lnSpc>
              <a:spcBef>
                <a:spcPct val="0"/>
              </a:spcBef>
            </a:pPr>
            <a:endParaRPr lang="en-US" sz="9905" b="1" dirty="0">
              <a:solidFill>
                <a:srgbClr val="000000"/>
              </a:solidFill>
              <a:latin typeface="Montserrat Bold"/>
              <a:ea typeface="Montserrat Bold"/>
              <a:cs typeface="Montserrat Bold"/>
              <a:sym typeface="Montserrat 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782687" y="3385436"/>
            <a:ext cx="5505313" cy="7026518"/>
          </a:xfrm>
          <a:custGeom>
            <a:avLst/>
            <a:gdLst/>
            <a:ahLst/>
            <a:cxnLst/>
            <a:rect l="l" t="t" r="r" b="b"/>
            <a:pathLst>
              <a:path w="5505313" h="7026518">
                <a:moveTo>
                  <a:pt x="0" y="0"/>
                </a:moveTo>
                <a:lnTo>
                  <a:pt x="5505313" y="0"/>
                </a:lnTo>
                <a:lnTo>
                  <a:pt x="5505313" y="7026518"/>
                </a:lnTo>
                <a:lnTo>
                  <a:pt x="0" y="7026518"/>
                </a:lnTo>
                <a:lnTo>
                  <a:pt x="0" y="0"/>
                </a:lnTo>
                <a:close/>
              </a:path>
            </a:pathLst>
          </a:custGeom>
          <a:blipFill>
            <a:blip r:embed="rId2"/>
            <a:stretch>
              <a:fillRect/>
            </a:stretch>
          </a:blipFill>
        </p:spPr>
      </p:sp>
      <p:sp>
        <p:nvSpPr>
          <p:cNvPr id="3" name="Freeform 3"/>
          <p:cNvSpPr/>
          <p:nvPr/>
        </p:nvSpPr>
        <p:spPr>
          <a:xfrm>
            <a:off x="5833251" y="113238"/>
            <a:ext cx="6518341" cy="7182956"/>
          </a:xfrm>
          <a:custGeom>
            <a:avLst/>
            <a:gdLst/>
            <a:ahLst/>
            <a:cxnLst/>
            <a:rect l="l" t="t" r="r" b="b"/>
            <a:pathLst>
              <a:path w="6518341" h="7182956">
                <a:moveTo>
                  <a:pt x="0" y="0"/>
                </a:moveTo>
                <a:lnTo>
                  <a:pt x="6518341" y="0"/>
                </a:lnTo>
                <a:lnTo>
                  <a:pt x="6518341" y="7182956"/>
                </a:lnTo>
                <a:lnTo>
                  <a:pt x="0" y="7182956"/>
                </a:lnTo>
                <a:lnTo>
                  <a:pt x="0" y="0"/>
                </a:lnTo>
                <a:close/>
              </a:path>
            </a:pathLst>
          </a:custGeom>
          <a:blipFill>
            <a:blip r:embed="rId3"/>
            <a:stretch>
              <a:fillRect/>
            </a:stretch>
          </a:blipFill>
        </p:spPr>
      </p:sp>
      <p:sp>
        <p:nvSpPr>
          <p:cNvPr id="4" name="Freeform 4"/>
          <p:cNvSpPr/>
          <p:nvPr/>
        </p:nvSpPr>
        <p:spPr>
          <a:xfrm>
            <a:off x="0" y="3762252"/>
            <a:ext cx="6140085" cy="6524748"/>
          </a:xfrm>
          <a:custGeom>
            <a:avLst/>
            <a:gdLst/>
            <a:ahLst/>
            <a:cxnLst/>
            <a:rect l="l" t="t" r="r" b="b"/>
            <a:pathLst>
              <a:path w="6140085" h="6524748">
                <a:moveTo>
                  <a:pt x="0" y="0"/>
                </a:moveTo>
                <a:lnTo>
                  <a:pt x="6140085" y="0"/>
                </a:lnTo>
                <a:lnTo>
                  <a:pt x="6140085" y="6524748"/>
                </a:lnTo>
                <a:lnTo>
                  <a:pt x="0" y="6524748"/>
                </a:lnTo>
                <a:lnTo>
                  <a:pt x="0" y="0"/>
                </a:lnTo>
                <a:close/>
              </a:path>
            </a:pathLst>
          </a:custGeom>
          <a:blipFill>
            <a:blip r:embed="rId4"/>
            <a:stretch>
              <a:fillRect/>
            </a:stretch>
          </a:blipFill>
        </p:spPr>
      </p:sp>
      <p:sp>
        <p:nvSpPr>
          <p:cNvPr id="5" name="TextBox 5"/>
          <p:cNvSpPr txBox="1"/>
          <p:nvPr/>
        </p:nvSpPr>
        <p:spPr>
          <a:xfrm>
            <a:off x="819812" y="674024"/>
            <a:ext cx="10072534" cy="1696554"/>
          </a:xfrm>
          <a:prstGeom prst="rect">
            <a:avLst/>
          </a:prstGeom>
        </p:spPr>
        <p:txBody>
          <a:bodyPr lIns="0" tIns="0" rIns="0" bIns="0" rtlCol="0" anchor="t">
            <a:spAutoFit/>
          </a:bodyPr>
          <a:lstStyle/>
          <a:p>
            <a:pPr algn="l">
              <a:lnSpc>
                <a:spcPts val="13868"/>
              </a:lnSpc>
              <a:spcBef>
                <a:spcPct val="0"/>
              </a:spcBef>
            </a:pPr>
            <a:r>
              <a:rPr lang="en-US" sz="9905" b="1">
                <a:solidFill>
                  <a:srgbClr val="000000"/>
                </a:solidFill>
                <a:latin typeface="Montserrat Bold"/>
                <a:ea typeface="Montserrat Bold"/>
                <a:cs typeface="Montserrat Bold"/>
                <a:sym typeface="Montserrat Bold"/>
              </a:rPr>
              <a:t>Background-1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6071379" cy="10527700"/>
          </a:xfrm>
          <a:custGeom>
            <a:avLst/>
            <a:gdLst/>
            <a:ahLst/>
            <a:cxnLst/>
            <a:rect l="l" t="t" r="r" b="b"/>
            <a:pathLst>
              <a:path w="6071379" h="10527700">
                <a:moveTo>
                  <a:pt x="0" y="0"/>
                </a:moveTo>
                <a:lnTo>
                  <a:pt x="6071379" y="0"/>
                </a:lnTo>
                <a:lnTo>
                  <a:pt x="6071379" y="10527700"/>
                </a:lnTo>
                <a:lnTo>
                  <a:pt x="0" y="10527700"/>
                </a:lnTo>
                <a:lnTo>
                  <a:pt x="0" y="0"/>
                </a:lnTo>
                <a:close/>
              </a:path>
            </a:pathLst>
          </a:custGeom>
          <a:blipFill>
            <a:blip r:embed="rId2"/>
            <a:stretch>
              <a:fillRect r="-932"/>
            </a:stretch>
          </a:blipFill>
        </p:spPr>
      </p:sp>
      <p:sp>
        <p:nvSpPr>
          <p:cNvPr id="3" name="Freeform 3"/>
          <p:cNvSpPr/>
          <p:nvPr/>
        </p:nvSpPr>
        <p:spPr>
          <a:xfrm>
            <a:off x="12128659" y="0"/>
            <a:ext cx="6159341" cy="10287000"/>
          </a:xfrm>
          <a:custGeom>
            <a:avLst/>
            <a:gdLst/>
            <a:ahLst/>
            <a:cxnLst/>
            <a:rect l="l" t="t" r="r" b="b"/>
            <a:pathLst>
              <a:path w="6159341" h="10287000">
                <a:moveTo>
                  <a:pt x="0" y="0"/>
                </a:moveTo>
                <a:lnTo>
                  <a:pt x="6159341" y="0"/>
                </a:lnTo>
                <a:lnTo>
                  <a:pt x="6159341" y="10287000"/>
                </a:lnTo>
                <a:lnTo>
                  <a:pt x="0" y="10287000"/>
                </a:lnTo>
                <a:lnTo>
                  <a:pt x="0" y="0"/>
                </a:lnTo>
                <a:close/>
              </a:path>
            </a:pathLst>
          </a:custGeom>
          <a:blipFill>
            <a:blip r:embed="rId3"/>
            <a:stretch>
              <a:fillRect/>
            </a:stretch>
          </a:blipFill>
        </p:spPr>
      </p:sp>
      <p:sp>
        <p:nvSpPr>
          <p:cNvPr id="4" name="TextBox 4"/>
          <p:cNvSpPr txBox="1"/>
          <p:nvPr/>
        </p:nvSpPr>
        <p:spPr>
          <a:xfrm>
            <a:off x="7934958" y="7034246"/>
            <a:ext cx="10072534" cy="1696554"/>
          </a:xfrm>
          <a:prstGeom prst="rect">
            <a:avLst/>
          </a:prstGeom>
        </p:spPr>
        <p:txBody>
          <a:bodyPr lIns="0" tIns="0" rIns="0" bIns="0" rtlCol="0" anchor="t">
            <a:spAutoFit/>
          </a:bodyPr>
          <a:lstStyle/>
          <a:p>
            <a:pPr algn="l">
              <a:lnSpc>
                <a:spcPts val="13868"/>
              </a:lnSpc>
              <a:spcBef>
                <a:spcPct val="0"/>
              </a:spcBef>
            </a:pPr>
            <a:r>
              <a:rPr lang="en-US" sz="9905" b="1">
                <a:solidFill>
                  <a:srgbClr val="000000"/>
                </a:solidFill>
                <a:latin typeface="Montserrat Bold"/>
                <a:ea typeface="Montserrat Bold"/>
                <a:cs typeface="Montserrat Bold"/>
                <a:sym typeface="Montserrat Bold"/>
              </a:rPr>
              <a:t>Background-2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343707"/>
            <a:ext cx="18288000" cy="6943293"/>
          </a:xfrm>
          <a:custGeom>
            <a:avLst/>
            <a:gdLst/>
            <a:ahLst/>
            <a:cxnLst/>
            <a:rect l="l" t="t" r="r" b="b"/>
            <a:pathLst>
              <a:path w="18288000" h="6943293">
                <a:moveTo>
                  <a:pt x="0" y="0"/>
                </a:moveTo>
                <a:lnTo>
                  <a:pt x="18288000" y="0"/>
                </a:lnTo>
                <a:lnTo>
                  <a:pt x="18288000" y="6943293"/>
                </a:lnTo>
                <a:lnTo>
                  <a:pt x="0" y="6943293"/>
                </a:lnTo>
                <a:lnTo>
                  <a:pt x="0" y="0"/>
                </a:lnTo>
                <a:close/>
              </a:path>
            </a:pathLst>
          </a:custGeom>
          <a:blipFill>
            <a:blip r:embed="rId2"/>
            <a:stretch>
              <a:fillRect t="-6958" b="-6958"/>
            </a:stretch>
          </a:blipFill>
        </p:spPr>
      </p:sp>
      <p:sp>
        <p:nvSpPr>
          <p:cNvPr id="3" name="Freeform 3"/>
          <p:cNvSpPr/>
          <p:nvPr/>
        </p:nvSpPr>
        <p:spPr>
          <a:xfrm rot="-5479934">
            <a:off x="7436103" y="153009"/>
            <a:ext cx="3981986" cy="6772561"/>
          </a:xfrm>
          <a:custGeom>
            <a:avLst/>
            <a:gdLst/>
            <a:ahLst/>
            <a:cxnLst/>
            <a:rect l="l" t="t" r="r" b="b"/>
            <a:pathLst>
              <a:path w="3981986" h="6772561">
                <a:moveTo>
                  <a:pt x="0" y="0"/>
                </a:moveTo>
                <a:lnTo>
                  <a:pt x="3981986" y="0"/>
                </a:lnTo>
                <a:lnTo>
                  <a:pt x="3981986" y="6772561"/>
                </a:lnTo>
                <a:lnTo>
                  <a:pt x="0" y="6772561"/>
                </a:lnTo>
                <a:lnTo>
                  <a:pt x="0" y="0"/>
                </a:lnTo>
                <a:close/>
              </a:path>
            </a:pathLst>
          </a:custGeom>
          <a:blipFill>
            <a:blip r:embed="rId3"/>
            <a:stretch>
              <a:fillRect/>
            </a:stretch>
          </a:blipFill>
        </p:spPr>
      </p:sp>
      <p:sp>
        <p:nvSpPr>
          <p:cNvPr id="4" name="TextBox 4"/>
          <p:cNvSpPr txBox="1"/>
          <p:nvPr/>
        </p:nvSpPr>
        <p:spPr>
          <a:xfrm>
            <a:off x="4858648" y="4199973"/>
            <a:ext cx="10072534" cy="1696554"/>
          </a:xfrm>
          <a:prstGeom prst="rect">
            <a:avLst/>
          </a:prstGeom>
        </p:spPr>
        <p:txBody>
          <a:bodyPr lIns="0" tIns="0" rIns="0" bIns="0" rtlCol="0" anchor="t">
            <a:spAutoFit/>
          </a:bodyPr>
          <a:lstStyle/>
          <a:p>
            <a:pPr algn="l">
              <a:lnSpc>
                <a:spcPts val="13868"/>
              </a:lnSpc>
              <a:spcBef>
                <a:spcPct val="0"/>
              </a:spcBef>
            </a:pPr>
            <a:r>
              <a:rPr lang="en-US" sz="9905" b="1">
                <a:solidFill>
                  <a:srgbClr val="000000"/>
                </a:solidFill>
                <a:latin typeface="Montserrat Bold"/>
                <a:ea typeface="Montserrat Bold"/>
                <a:cs typeface="Montserrat Bold"/>
                <a:sym typeface="Montserrat Bold"/>
              </a:rPr>
              <a:t>Background-3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791200" y="3351690"/>
            <a:ext cx="8397219" cy="1246488"/>
          </a:xfrm>
          <a:prstGeom prst="rect">
            <a:avLst/>
          </a:prstGeom>
        </p:spPr>
        <p:txBody>
          <a:bodyPr lIns="0" tIns="0" rIns="0" bIns="0" rtlCol="0" anchor="t">
            <a:spAutoFit/>
          </a:bodyPr>
          <a:lstStyle/>
          <a:p>
            <a:pPr marL="0" lvl="0" indent="0" algn="l">
              <a:lnSpc>
                <a:spcPts val="10276"/>
              </a:lnSpc>
              <a:spcBef>
                <a:spcPct val="0"/>
              </a:spcBef>
            </a:pPr>
            <a:r>
              <a:rPr lang="en-US" sz="7340" b="1" dirty="0">
                <a:solidFill>
                  <a:srgbClr val="000000"/>
                </a:solidFill>
                <a:latin typeface="Montserrat Bold"/>
                <a:ea typeface="Montserrat Bold"/>
                <a:cs typeface="Montserrat Bold"/>
                <a:sym typeface="Montserrat Bold"/>
              </a:rPr>
              <a:t>Degradados-1</a:t>
            </a:r>
          </a:p>
        </p:txBody>
      </p:sp>
      <p:grpSp>
        <p:nvGrpSpPr>
          <p:cNvPr id="3" name="Group 3"/>
          <p:cNvGrpSpPr/>
          <p:nvPr/>
        </p:nvGrpSpPr>
        <p:grpSpPr>
          <a:xfrm>
            <a:off x="0" y="0"/>
            <a:ext cx="18288000" cy="1874361"/>
            <a:chOff x="0" y="0"/>
            <a:chExt cx="9414331" cy="964887"/>
          </a:xfrm>
        </p:grpSpPr>
        <p:sp>
          <p:nvSpPr>
            <p:cNvPr id="4" name="Freeform 4"/>
            <p:cNvSpPr/>
            <p:nvPr/>
          </p:nvSpPr>
          <p:spPr>
            <a:xfrm>
              <a:off x="0" y="0"/>
              <a:ext cx="9414331" cy="964887"/>
            </a:xfrm>
            <a:custGeom>
              <a:avLst/>
              <a:gdLst/>
              <a:ahLst/>
              <a:cxnLst/>
              <a:rect l="l" t="t" r="r" b="b"/>
              <a:pathLst>
                <a:path w="9414331" h="964887">
                  <a:moveTo>
                    <a:pt x="0" y="0"/>
                  </a:moveTo>
                  <a:lnTo>
                    <a:pt x="9414331" y="0"/>
                  </a:lnTo>
                  <a:lnTo>
                    <a:pt x="9414331" y="964887"/>
                  </a:lnTo>
                  <a:lnTo>
                    <a:pt x="0" y="964887"/>
                  </a:lnTo>
                  <a:close/>
                </a:path>
              </a:pathLst>
            </a:custGeom>
            <a:gradFill rotWithShape="1">
              <a:gsLst>
                <a:gs pos="0">
                  <a:srgbClr val="29EBE9">
                    <a:alpha val="100000"/>
                  </a:srgbClr>
                </a:gs>
                <a:gs pos="100000">
                  <a:srgbClr val="DEFC6C">
                    <a:alpha val="100000"/>
                  </a:srgbClr>
                </a:gs>
              </a:gsLst>
              <a:lin ang="0"/>
            </a:gradFill>
          </p:spPr>
        </p:sp>
        <p:sp>
          <p:nvSpPr>
            <p:cNvPr id="5" name="TextBox 5"/>
            <p:cNvSpPr txBox="1"/>
            <p:nvPr/>
          </p:nvSpPr>
          <p:spPr>
            <a:xfrm>
              <a:off x="0" y="-38100"/>
              <a:ext cx="9414331" cy="1002987"/>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0" y="1181100"/>
            <a:ext cx="18288000" cy="1874361"/>
            <a:chOff x="0" y="0"/>
            <a:chExt cx="9414331" cy="964887"/>
          </a:xfrm>
        </p:grpSpPr>
        <p:sp>
          <p:nvSpPr>
            <p:cNvPr id="7" name="Freeform 7"/>
            <p:cNvSpPr/>
            <p:nvPr/>
          </p:nvSpPr>
          <p:spPr>
            <a:xfrm>
              <a:off x="0" y="0"/>
              <a:ext cx="9414331" cy="964887"/>
            </a:xfrm>
            <a:custGeom>
              <a:avLst/>
              <a:gdLst/>
              <a:ahLst/>
              <a:cxnLst/>
              <a:rect l="l" t="t" r="r" b="b"/>
              <a:pathLst>
                <a:path w="9414331" h="964887">
                  <a:moveTo>
                    <a:pt x="0" y="0"/>
                  </a:moveTo>
                  <a:lnTo>
                    <a:pt x="9414331" y="0"/>
                  </a:lnTo>
                  <a:lnTo>
                    <a:pt x="9414331" y="964887"/>
                  </a:lnTo>
                  <a:lnTo>
                    <a:pt x="0" y="964887"/>
                  </a:lnTo>
                  <a:close/>
                </a:path>
              </a:pathLst>
            </a:custGeom>
            <a:gradFill rotWithShape="1">
              <a:gsLst>
                <a:gs pos="0">
                  <a:srgbClr val="29EBE9">
                    <a:alpha val="100000"/>
                  </a:srgbClr>
                </a:gs>
                <a:gs pos="100000">
                  <a:srgbClr val="8A86FF">
                    <a:alpha val="100000"/>
                  </a:srgbClr>
                </a:gs>
              </a:gsLst>
              <a:lin ang="0"/>
            </a:gradFill>
          </p:spPr>
        </p:sp>
        <p:sp>
          <p:nvSpPr>
            <p:cNvPr id="8" name="TextBox 8"/>
            <p:cNvSpPr txBox="1"/>
            <p:nvPr/>
          </p:nvSpPr>
          <p:spPr>
            <a:xfrm>
              <a:off x="0" y="-38100"/>
              <a:ext cx="9414331" cy="1002987"/>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0" y="4804711"/>
            <a:ext cx="18288000" cy="1874361"/>
            <a:chOff x="0" y="0"/>
            <a:chExt cx="9414331" cy="964887"/>
          </a:xfrm>
        </p:grpSpPr>
        <p:sp>
          <p:nvSpPr>
            <p:cNvPr id="10" name="Freeform 10"/>
            <p:cNvSpPr/>
            <p:nvPr/>
          </p:nvSpPr>
          <p:spPr>
            <a:xfrm>
              <a:off x="0" y="0"/>
              <a:ext cx="9414331" cy="964887"/>
            </a:xfrm>
            <a:custGeom>
              <a:avLst/>
              <a:gdLst/>
              <a:ahLst/>
              <a:cxnLst/>
              <a:rect l="l" t="t" r="r" b="b"/>
              <a:pathLst>
                <a:path w="9414331" h="964887">
                  <a:moveTo>
                    <a:pt x="0" y="0"/>
                  </a:moveTo>
                  <a:lnTo>
                    <a:pt x="9414331" y="0"/>
                  </a:lnTo>
                  <a:lnTo>
                    <a:pt x="9414331" y="964887"/>
                  </a:lnTo>
                  <a:lnTo>
                    <a:pt x="0" y="964887"/>
                  </a:lnTo>
                  <a:close/>
                </a:path>
              </a:pathLst>
            </a:custGeom>
            <a:gradFill rotWithShape="1">
              <a:gsLst>
                <a:gs pos="0">
                  <a:srgbClr val="29EBE9">
                    <a:alpha val="100000"/>
                  </a:srgbClr>
                </a:gs>
                <a:gs pos="100000">
                  <a:srgbClr val="EFF6FD">
                    <a:alpha val="100000"/>
                  </a:srgbClr>
                </a:gs>
              </a:gsLst>
              <a:lin ang="0"/>
            </a:gradFill>
          </p:spPr>
        </p:sp>
        <p:sp>
          <p:nvSpPr>
            <p:cNvPr id="11" name="TextBox 11"/>
            <p:cNvSpPr txBox="1"/>
            <p:nvPr/>
          </p:nvSpPr>
          <p:spPr>
            <a:xfrm>
              <a:off x="0" y="-38100"/>
              <a:ext cx="9414331" cy="1002987"/>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0" y="6669548"/>
            <a:ext cx="18288000" cy="1874361"/>
            <a:chOff x="0" y="0"/>
            <a:chExt cx="9414331" cy="964887"/>
          </a:xfrm>
        </p:grpSpPr>
        <p:sp>
          <p:nvSpPr>
            <p:cNvPr id="13" name="Freeform 13"/>
            <p:cNvSpPr/>
            <p:nvPr/>
          </p:nvSpPr>
          <p:spPr>
            <a:xfrm>
              <a:off x="0" y="0"/>
              <a:ext cx="9414331" cy="964887"/>
            </a:xfrm>
            <a:custGeom>
              <a:avLst/>
              <a:gdLst/>
              <a:ahLst/>
              <a:cxnLst/>
              <a:rect l="l" t="t" r="r" b="b"/>
              <a:pathLst>
                <a:path w="9414331" h="964887">
                  <a:moveTo>
                    <a:pt x="0" y="0"/>
                  </a:moveTo>
                  <a:lnTo>
                    <a:pt x="9414331" y="0"/>
                  </a:lnTo>
                  <a:lnTo>
                    <a:pt x="9414331" y="964887"/>
                  </a:lnTo>
                  <a:lnTo>
                    <a:pt x="0" y="964887"/>
                  </a:lnTo>
                  <a:close/>
                </a:path>
              </a:pathLst>
            </a:custGeom>
            <a:gradFill rotWithShape="1">
              <a:gsLst>
                <a:gs pos="0">
                  <a:srgbClr val="29E9E6">
                    <a:alpha val="100000"/>
                  </a:srgbClr>
                </a:gs>
                <a:gs pos="100000">
                  <a:srgbClr val="E3E3E8">
                    <a:alpha val="100000"/>
                  </a:srgbClr>
                </a:gs>
              </a:gsLst>
              <a:lin ang="0"/>
            </a:gradFill>
          </p:spPr>
        </p:sp>
        <p:sp>
          <p:nvSpPr>
            <p:cNvPr id="14" name="TextBox 14"/>
            <p:cNvSpPr txBox="1"/>
            <p:nvPr/>
          </p:nvSpPr>
          <p:spPr>
            <a:xfrm>
              <a:off x="0" y="-38100"/>
              <a:ext cx="9414331" cy="1002987"/>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nvGrpSpPr>
        <p:grpSpPr>
          <a:xfrm>
            <a:off x="0" y="8412639"/>
            <a:ext cx="18288000" cy="1874361"/>
            <a:chOff x="0" y="0"/>
            <a:chExt cx="9414331" cy="964887"/>
          </a:xfrm>
        </p:grpSpPr>
        <p:sp>
          <p:nvSpPr>
            <p:cNvPr id="16" name="Freeform 16"/>
            <p:cNvSpPr/>
            <p:nvPr/>
          </p:nvSpPr>
          <p:spPr>
            <a:xfrm>
              <a:off x="0" y="0"/>
              <a:ext cx="9414331" cy="964887"/>
            </a:xfrm>
            <a:custGeom>
              <a:avLst/>
              <a:gdLst/>
              <a:ahLst/>
              <a:cxnLst/>
              <a:rect l="l" t="t" r="r" b="b"/>
              <a:pathLst>
                <a:path w="9414331" h="964887">
                  <a:moveTo>
                    <a:pt x="0" y="0"/>
                  </a:moveTo>
                  <a:lnTo>
                    <a:pt x="9414331" y="0"/>
                  </a:lnTo>
                  <a:lnTo>
                    <a:pt x="9414331" y="964887"/>
                  </a:lnTo>
                  <a:lnTo>
                    <a:pt x="0" y="964887"/>
                  </a:lnTo>
                  <a:close/>
                </a:path>
              </a:pathLst>
            </a:custGeom>
            <a:gradFill rotWithShape="1">
              <a:gsLst>
                <a:gs pos="0">
                  <a:srgbClr val="29EBE9">
                    <a:alpha val="100000"/>
                  </a:srgbClr>
                </a:gs>
                <a:gs pos="100000">
                  <a:srgbClr val="5F6369">
                    <a:alpha val="100000"/>
                  </a:srgbClr>
                </a:gs>
              </a:gsLst>
              <a:lin ang="0"/>
            </a:gradFill>
          </p:spPr>
        </p:sp>
        <p:sp>
          <p:nvSpPr>
            <p:cNvPr id="17" name="TextBox 17"/>
            <p:cNvSpPr txBox="1"/>
            <p:nvPr/>
          </p:nvSpPr>
          <p:spPr>
            <a:xfrm>
              <a:off x="0" y="-38100"/>
              <a:ext cx="9414331" cy="1002987"/>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715000" y="3047231"/>
            <a:ext cx="8397219" cy="1246488"/>
          </a:xfrm>
          <a:prstGeom prst="rect">
            <a:avLst/>
          </a:prstGeom>
        </p:spPr>
        <p:txBody>
          <a:bodyPr lIns="0" tIns="0" rIns="0" bIns="0" rtlCol="0" anchor="t">
            <a:spAutoFit/>
          </a:bodyPr>
          <a:lstStyle/>
          <a:p>
            <a:pPr marL="0" lvl="0" indent="0" algn="l">
              <a:lnSpc>
                <a:spcPts val="10276"/>
              </a:lnSpc>
              <a:spcBef>
                <a:spcPct val="0"/>
              </a:spcBef>
            </a:pPr>
            <a:r>
              <a:rPr lang="en-US" sz="7340" b="1" dirty="0">
                <a:solidFill>
                  <a:srgbClr val="000000"/>
                </a:solidFill>
                <a:latin typeface="Montserrat Bold"/>
                <a:ea typeface="Montserrat Bold"/>
                <a:cs typeface="Montserrat Bold"/>
                <a:sym typeface="Montserrat Bold"/>
              </a:rPr>
              <a:t>Degradados-2</a:t>
            </a:r>
          </a:p>
        </p:txBody>
      </p:sp>
      <p:grpSp>
        <p:nvGrpSpPr>
          <p:cNvPr id="3" name="Group 3"/>
          <p:cNvGrpSpPr/>
          <p:nvPr/>
        </p:nvGrpSpPr>
        <p:grpSpPr>
          <a:xfrm rot="10800000">
            <a:off x="0" y="-342903"/>
            <a:ext cx="18288000" cy="3124202"/>
            <a:chOff x="0" y="0"/>
            <a:chExt cx="9414331" cy="964887"/>
          </a:xfrm>
        </p:grpSpPr>
        <p:sp>
          <p:nvSpPr>
            <p:cNvPr id="4" name="Freeform 4"/>
            <p:cNvSpPr/>
            <p:nvPr/>
          </p:nvSpPr>
          <p:spPr>
            <a:xfrm>
              <a:off x="0" y="0"/>
              <a:ext cx="9414331" cy="964887"/>
            </a:xfrm>
            <a:custGeom>
              <a:avLst/>
              <a:gdLst/>
              <a:ahLst/>
              <a:cxnLst/>
              <a:rect l="l" t="t" r="r" b="b"/>
              <a:pathLst>
                <a:path w="9414331" h="964887">
                  <a:moveTo>
                    <a:pt x="0" y="0"/>
                  </a:moveTo>
                  <a:lnTo>
                    <a:pt x="9414331" y="0"/>
                  </a:lnTo>
                  <a:lnTo>
                    <a:pt x="9414331" y="964887"/>
                  </a:lnTo>
                  <a:lnTo>
                    <a:pt x="0" y="964887"/>
                  </a:lnTo>
                  <a:close/>
                </a:path>
              </a:pathLst>
            </a:custGeom>
            <a:gradFill rotWithShape="1">
              <a:gsLst>
                <a:gs pos="0">
                  <a:srgbClr val="29EBE9">
                    <a:alpha val="100000"/>
                  </a:srgbClr>
                </a:gs>
                <a:gs pos="100000">
                  <a:srgbClr val="DEFC6C">
                    <a:alpha val="100000"/>
                  </a:srgbClr>
                </a:gs>
              </a:gsLst>
              <a:lin ang="0"/>
            </a:gradFill>
          </p:spPr>
        </p:sp>
        <p:sp>
          <p:nvSpPr>
            <p:cNvPr id="5" name="TextBox 5"/>
            <p:cNvSpPr txBox="1"/>
            <p:nvPr/>
          </p:nvSpPr>
          <p:spPr>
            <a:xfrm>
              <a:off x="0" y="-38100"/>
              <a:ext cx="9414331" cy="1002987"/>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0" y="4804711"/>
            <a:ext cx="18288000" cy="3081989"/>
            <a:chOff x="0" y="0"/>
            <a:chExt cx="9414331" cy="964887"/>
          </a:xfrm>
        </p:grpSpPr>
        <p:sp>
          <p:nvSpPr>
            <p:cNvPr id="10" name="Freeform 10"/>
            <p:cNvSpPr/>
            <p:nvPr/>
          </p:nvSpPr>
          <p:spPr>
            <a:xfrm>
              <a:off x="0" y="0"/>
              <a:ext cx="9414331" cy="964887"/>
            </a:xfrm>
            <a:custGeom>
              <a:avLst/>
              <a:gdLst/>
              <a:ahLst/>
              <a:cxnLst/>
              <a:rect l="l" t="t" r="r" b="b"/>
              <a:pathLst>
                <a:path w="9414331" h="964887">
                  <a:moveTo>
                    <a:pt x="0" y="0"/>
                  </a:moveTo>
                  <a:lnTo>
                    <a:pt x="9414331" y="0"/>
                  </a:lnTo>
                  <a:lnTo>
                    <a:pt x="9414331" y="964887"/>
                  </a:lnTo>
                  <a:lnTo>
                    <a:pt x="0" y="964887"/>
                  </a:lnTo>
                  <a:close/>
                </a:path>
              </a:pathLst>
            </a:custGeom>
            <a:gradFill rotWithShape="1">
              <a:gsLst>
                <a:gs pos="0">
                  <a:srgbClr val="DEFC6C">
                    <a:alpha val="100000"/>
                  </a:srgbClr>
                </a:gs>
                <a:gs pos="100000">
                  <a:srgbClr val="8A86FF">
                    <a:alpha val="100000"/>
                  </a:srgbClr>
                </a:gs>
              </a:gsLst>
              <a:lin ang="0"/>
            </a:gradFill>
          </p:spPr>
        </p:sp>
        <p:sp>
          <p:nvSpPr>
            <p:cNvPr id="11" name="TextBox 11"/>
            <p:cNvSpPr txBox="1"/>
            <p:nvPr/>
          </p:nvSpPr>
          <p:spPr>
            <a:xfrm>
              <a:off x="0" y="-38100"/>
              <a:ext cx="9414331" cy="1002987"/>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nvGrpSpPr>
        <p:grpSpPr>
          <a:xfrm rot="10800000">
            <a:off x="0" y="7658100"/>
            <a:ext cx="18288000" cy="2628900"/>
            <a:chOff x="0" y="0"/>
            <a:chExt cx="9414331" cy="964887"/>
          </a:xfrm>
        </p:grpSpPr>
        <p:sp>
          <p:nvSpPr>
            <p:cNvPr id="16" name="Freeform 16"/>
            <p:cNvSpPr/>
            <p:nvPr/>
          </p:nvSpPr>
          <p:spPr>
            <a:xfrm>
              <a:off x="0" y="0"/>
              <a:ext cx="9414331" cy="964887"/>
            </a:xfrm>
            <a:custGeom>
              <a:avLst/>
              <a:gdLst/>
              <a:ahLst/>
              <a:cxnLst/>
              <a:rect l="l" t="t" r="r" b="b"/>
              <a:pathLst>
                <a:path w="9414331" h="964887">
                  <a:moveTo>
                    <a:pt x="0" y="0"/>
                  </a:moveTo>
                  <a:lnTo>
                    <a:pt x="9414331" y="0"/>
                  </a:lnTo>
                  <a:lnTo>
                    <a:pt x="9414331" y="964887"/>
                  </a:lnTo>
                  <a:lnTo>
                    <a:pt x="0" y="964887"/>
                  </a:lnTo>
                  <a:close/>
                </a:path>
              </a:pathLst>
            </a:custGeom>
            <a:gradFill rotWithShape="1">
              <a:gsLst>
                <a:gs pos="0">
                  <a:srgbClr val="29EBE9">
                    <a:alpha val="100000"/>
                  </a:srgbClr>
                </a:gs>
                <a:gs pos="100000">
                  <a:srgbClr val="DEFC6C">
                    <a:alpha val="100000"/>
                  </a:srgbClr>
                </a:gs>
              </a:gsLst>
              <a:lin ang="0"/>
            </a:gradFill>
          </p:spPr>
        </p:sp>
        <p:sp>
          <p:nvSpPr>
            <p:cNvPr id="17" name="TextBox 17"/>
            <p:cNvSpPr txBox="1"/>
            <p:nvPr/>
          </p:nvSpPr>
          <p:spPr>
            <a:xfrm>
              <a:off x="0" y="-38100"/>
              <a:ext cx="9414331" cy="1002987"/>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607304" y="4747260"/>
            <a:ext cx="4508966" cy="396240"/>
          </a:xfrm>
          <a:prstGeom prst="rect">
            <a:avLst/>
          </a:prstGeom>
        </p:spPr>
        <p:txBody>
          <a:bodyPr lIns="0" tIns="0" rIns="0" bIns="0" rtlCol="0" anchor="t">
            <a:spAutoFit/>
          </a:bodyPr>
          <a:lstStyle/>
          <a:p>
            <a:pPr algn="l">
              <a:lnSpc>
                <a:spcPts val="3360"/>
              </a:lnSpc>
            </a:pPr>
            <a:r>
              <a:rPr lang="en-US" sz="2400" b="1">
                <a:solidFill>
                  <a:srgbClr val="000000"/>
                </a:solidFill>
                <a:latin typeface="Montserrat Bold"/>
                <a:ea typeface="Montserrat Bold"/>
                <a:cs typeface="Montserrat Bold"/>
                <a:sym typeface="Montserrat Bold"/>
              </a:rPr>
              <a:t>Company Overview</a:t>
            </a:r>
          </a:p>
        </p:txBody>
      </p:sp>
      <p:sp>
        <p:nvSpPr>
          <p:cNvPr id="3" name="TextBox 3"/>
          <p:cNvSpPr txBox="1"/>
          <p:nvPr/>
        </p:nvSpPr>
        <p:spPr>
          <a:xfrm>
            <a:off x="1737398" y="3221086"/>
            <a:ext cx="8397219" cy="1246488"/>
          </a:xfrm>
          <a:prstGeom prst="rect">
            <a:avLst/>
          </a:prstGeom>
        </p:spPr>
        <p:txBody>
          <a:bodyPr lIns="0" tIns="0" rIns="0" bIns="0" rtlCol="0" anchor="t">
            <a:spAutoFit/>
          </a:bodyPr>
          <a:lstStyle/>
          <a:p>
            <a:pPr marL="0" lvl="0" indent="0" algn="l">
              <a:lnSpc>
                <a:spcPts val="10276"/>
              </a:lnSpc>
              <a:spcBef>
                <a:spcPct val="0"/>
              </a:spcBef>
            </a:pPr>
            <a:r>
              <a:rPr lang="en-US" sz="7340" b="1" u="none" strike="noStrike">
                <a:solidFill>
                  <a:srgbClr val="000000"/>
                </a:solidFill>
                <a:latin typeface="Montserrat Bold"/>
                <a:ea typeface="Montserrat Bold"/>
                <a:cs typeface="Montserrat Bold"/>
                <a:sym typeface="Montserrat Bold"/>
              </a:rPr>
              <a:t>Introduction</a:t>
            </a:r>
          </a:p>
        </p:txBody>
      </p:sp>
      <p:sp>
        <p:nvSpPr>
          <p:cNvPr id="4" name="TextBox 4"/>
          <p:cNvSpPr txBox="1"/>
          <p:nvPr/>
        </p:nvSpPr>
        <p:spPr>
          <a:xfrm>
            <a:off x="1737398" y="4753324"/>
            <a:ext cx="7195263" cy="1456205"/>
          </a:xfrm>
          <a:prstGeom prst="rect">
            <a:avLst/>
          </a:prstGeom>
        </p:spPr>
        <p:txBody>
          <a:bodyPr lIns="0" tIns="0" rIns="0" bIns="0" rtlCol="0" anchor="t">
            <a:spAutoFit/>
          </a:bodyPr>
          <a:lstStyle/>
          <a:p>
            <a:pPr marL="0" lvl="0" indent="0" algn="l">
              <a:lnSpc>
                <a:spcPts val="2930"/>
              </a:lnSpc>
              <a:spcBef>
                <a:spcPct val="0"/>
              </a:spcBef>
            </a:pPr>
            <a:r>
              <a:rPr lang="en-US" sz="2093" u="none" strike="noStrike">
                <a:solidFill>
                  <a:srgbClr val="101010"/>
                </a:solidFill>
                <a:latin typeface="Montserrat"/>
                <a:ea typeface="Montserrat"/>
                <a:cs typeface="Montserrat"/>
                <a:sym typeface="Montserrat"/>
              </a:rPr>
              <a:t>Lorem ipsum dolor sit amet, consectetur adipiscing elit. Quisque facilisis tincidunt risus sit amet sagittis. Praesent tempus vitae felis maximus pretium. Mauris quam dui, scelerisque.</a:t>
            </a:r>
          </a:p>
        </p:txBody>
      </p:sp>
      <p:sp>
        <p:nvSpPr>
          <p:cNvPr id="5" name="TextBox 5"/>
          <p:cNvSpPr txBox="1"/>
          <p:nvPr/>
        </p:nvSpPr>
        <p:spPr>
          <a:xfrm>
            <a:off x="10607304" y="5391822"/>
            <a:ext cx="4317578" cy="2927483"/>
          </a:xfrm>
          <a:prstGeom prst="rect">
            <a:avLst/>
          </a:prstGeom>
        </p:spPr>
        <p:txBody>
          <a:bodyPr lIns="0" tIns="0" rIns="0" bIns="0" rtlCol="0" anchor="t">
            <a:spAutoFit/>
          </a:bodyPr>
          <a:lstStyle/>
          <a:p>
            <a:pPr marL="0" lvl="0" indent="0" algn="l">
              <a:lnSpc>
                <a:spcPts val="2930"/>
              </a:lnSpc>
              <a:spcBef>
                <a:spcPct val="0"/>
              </a:spcBef>
            </a:pPr>
            <a:r>
              <a:rPr lang="en-US" sz="2093" u="none" strike="noStrike">
                <a:solidFill>
                  <a:srgbClr val="101010"/>
                </a:solidFill>
                <a:latin typeface="Montserrat"/>
                <a:ea typeface="Montserrat"/>
                <a:cs typeface="Montserrat"/>
                <a:sym typeface="Montserrat"/>
              </a:rPr>
              <a:t>Lorem ipsum dolor sit amet, consectetur adipiscing elit. Quisque facilisis tincidunt risus sit amet sagittis. Praesent tempus vitae felis maximus pretium. Mauris quam dui, scelerisque facilisis tincidunt risus sit amet.</a:t>
            </a:r>
          </a:p>
        </p:txBody>
      </p:sp>
      <p:sp>
        <p:nvSpPr>
          <p:cNvPr id="6" name="TextBox 6"/>
          <p:cNvSpPr txBox="1"/>
          <p:nvPr/>
        </p:nvSpPr>
        <p:spPr>
          <a:xfrm>
            <a:off x="1737398" y="6652603"/>
            <a:ext cx="7195263" cy="1824025"/>
          </a:xfrm>
          <a:prstGeom prst="rect">
            <a:avLst/>
          </a:prstGeom>
        </p:spPr>
        <p:txBody>
          <a:bodyPr lIns="0" tIns="0" rIns="0" bIns="0" rtlCol="0" anchor="t">
            <a:spAutoFit/>
          </a:bodyPr>
          <a:lstStyle/>
          <a:p>
            <a:pPr marL="0" lvl="0" indent="0" algn="l">
              <a:lnSpc>
                <a:spcPts val="2930"/>
              </a:lnSpc>
              <a:spcBef>
                <a:spcPct val="0"/>
              </a:spcBef>
            </a:pPr>
            <a:r>
              <a:rPr lang="en-US" sz="2093" u="none" strike="noStrike">
                <a:solidFill>
                  <a:srgbClr val="101010"/>
                </a:solidFill>
                <a:latin typeface="Montserrat"/>
                <a:ea typeface="Montserrat"/>
                <a:cs typeface="Montserrat"/>
                <a:sym typeface="Montserrat"/>
              </a:rPr>
              <a:t>Lorem ipsum dolor sit amet, consectetur adipiscing elit. Quisque facilisis tincidunt risus sit amet sagittis. Praesent tempus vitae felis maximus pretium. Mauris quam dui, scelerisque.  Tincidunt risus sit amet sagittis maximus .</a:t>
            </a:r>
          </a:p>
        </p:txBody>
      </p:sp>
      <p:grpSp>
        <p:nvGrpSpPr>
          <p:cNvPr id="7" name="Group 7"/>
          <p:cNvGrpSpPr/>
          <p:nvPr/>
        </p:nvGrpSpPr>
        <p:grpSpPr>
          <a:xfrm>
            <a:off x="0" y="0"/>
            <a:ext cx="18288000" cy="1874361"/>
            <a:chOff x="0" y="0"/>
            <a:chExt cx="9414331" cy="964887"/>
          </a:xfrm>
        </p:grpSpPr>
        <p:sp>
          <p:nvSpPr>
            <p:cNvPr id="8" name="Freeform 8"/>
            <p:cNvSpPr/>
            <p:nvPr/>
          </p:nvSpPr>
          <p:spPr>
            <a:xfrm>
              <a:off x="0" y="0"/>
              <a:ext cx="9414331" cy="964887"/>
            </a:xfrm>
            <a:custGeom>
              <a:avLst/>
              <a:gdLst/>
              <a:ahLst/>
              <a:cxnLst/>
              <a:rect l="l" t="t" r="r" b="b"/>
              <a:pathLst>
                <a:path w="9414331" h="964887">
                  <a:moveTo>
                    <a:pt x="0" y="0"/>
                  </a:moveTo>
                  <a:lnTo>
                    <a:pt x="9414331" y="0"/>
                  </a:lnTo>
                  <a:lnTo>
                    <a:pt x="9414331" y="964887"/>
                  </a:lnTo>
                  <a:lnTo>
                    <a:pt x="0" y="964887"/>
                  </a:lnTo>
                  <a:close/>
                </a:path>
              </a:pathLst>
            </a:custGeom>
            <a:gradFill rotWithShape="1">
              <a:gsLst>
                <a:gs pos="0">
                  <a:srgbClr val="29EBE9">
                    <a:alpha val="100000"/>
                  </a:srgbClr>
                </a:gs>
                <a:gs pos="100000">
                  <a:srgbClr val="DEFC6C">
                    <a:alpha val="100000"/>
                  </a:srgbClr>
                </a:gs>
              </a:gsLst>
              <a:lin ang="0"/>
            </a:gradFill>
          </p:spPr>
        </p:sp>
        <p:sp>
          <p:nvSpPr>
            <p:cNvPr id="9" name="TextBox 9"/>
            <p:cNvSpPr txBox="1"/>
            <p:nvPr/>
          </p:nvSpPr>
          <p:spPr>
            <a:xfrm>
              <a:off x="0" y="-38100"/>
              <a:ext cx="9414331" cy="1002987"/>
            </a:xfrm>
            <a:prstGeom prst="rect">
              <a:avLst/>
            </a:prstGeom>
          </p:spPr>
          <p:txBody>
            <a:bodyPr lIns="50800" tIns="50800" rIns="50800" bIns="50800" rtlCol="0" anchor="ctr"/>
            <a:lstStyle/>
            <a:p>
              <a:pPr algn="ctr">
                <a:lnSpc>
                  <a:spcPts val="2659"/>
                </a:lnSpc>
                <a:spcBef>
                  <a:spcPct val="0"/>
                </a:spcBef>
              </a:pPr>
              <a:endParaRPr/>
            </a:p>
          </p:txBody>
        </p:sp>
      </p:grpSp>
      <p:sp>
        <p:nvSpPr>
          <p:cNvPr id="10" name="AutoShape 10"/>
          <p:cNvSpPr/>
          <p:nvPr/>
        </p:nvSpPr>
        <p:spPr>
          <a:xfrm>
            <a:off x="9580335" y="4639024"/>
            <a:ext cx="0" cy="3843312"/>
          </a:xfrm>
          <a:prstGeom prst="line">
            <a:avLst/>
          </a:prstGeom>
          <a:ln w="38100" cap="flat">
            <a:solidFill>
              <a:srgbClr val="000000"/>
            </a:solidFill>
            <a:prstDash val="solid"/>
            <a:headEnd type="none" w="sm" len="sm"/>
            <a:tailEnd type="none" w="sm" len="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TotalTime>
  <Words>124</Words>
  <Application>Microsoft Macintosh PowerPoint</Application>
  <PresentationFormat>Personalizado</PresentationFormat>
  <Paragraphs>13</Paragraphs>
  <Slides>8</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8</vt:i4>
      </vt:variant>
    </vt:vector>
  </HeadingPairs>
  <TitlesOfParts>
    <vt:vector size="13" baseType="lpstr">
      <vt:lpstr>Montserrat</vt:lpstr>
      <vt:lpstr>Montserrat Bold</vt: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Violet Professional Modern Technology Pitch Deck Presentation</dc:title>
  <cp:lastModifiedBy>Microsoft Office User</cp:lastModifiedBy>
  <cp:revision>4</cp:revision>
  <dcterms:created xsi:type="dcterms:W3CDTF">2006-08-16T00:00:00Z</dcterms:created>
  <dcterms:modified xsi:type="dcterms:W3CDTF">2026-03-13T14:49:35Z</dcterms:modified>
  <dc:identifier>DAGfY1bFpcc</dc:identifier>
</cp:coreProperties>
</file>