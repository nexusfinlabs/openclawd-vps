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5029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4727448"/>
            <a:ext cx="4572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8727948" y="4325112"/>
            <a:ext cx="5029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50292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INNOVATION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× Norgine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502920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 de uso · ROI inmediato · Ventaja competitiva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2011680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7490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42032" y="3749040"/>
            <a:ext cx="201168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37490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8304" y="3749040"/>
            <a:ext cx="2011680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18304" y="37490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Discovery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4576" y="3749040"/>
            <a:ext cx="2011680" cy="7132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37490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Analytics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 ·  GI &amp; Rare Disease · Europa · CMO Network  ·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4 proyectos de IA con mayor ROI para Norgine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05840" y="2359152"/>
            <a:ext cx="7150608" cy="5029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078992"/>
            <a:ext cx="804672" cy="80467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0116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Manufacturing Intelligence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" y="2395728"/>
            <a:ext cx="2029968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514600"/>
            <a:ext cx="1892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fallos de lote, predictive maintenance y batch scheduling. Ahorro €200k–2M€ por lote. 10–20% más capacidad productiva.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" y="4343400"/>
            <a:ext cx="1938528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" name="Shape 10"/>
          <p:cNvSpPr/>
          <p:nvPr/>
        </p:nvSpPr>
        <p:spPr>
          <a:xfrm>
            <a:off x="301752" y="4343400"/>
            <a:ext cx="54864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43434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€200k–2M€/lote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62656" y="1078992"/>
            <a:ext cx="804672" cy="8046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962656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32304" y="20116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Supply Chain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40864" y="2395728"/>
            <a:ext cx="202996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2432304" y="2514600"/>
            <a:ext cx="1892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con datos reales de mercado, histórico de ventas y epidemiología. Reduce sobrestock y riesgo de expiración.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86584" y="4343400"/>
            <a:ext cx="1938528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0" name="Shape 18"/>
          <p:cNvSpPr/>
          <p:nvPr/>
        </p:nvSpPr>
        <p:spPr>
          <a:xfrm>
            <a:off x="2386584" y="4343400"/>
            <a:ext cx="54864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505456" y="43434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operativos 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47488" y="1078992"/>
            <a:ext cx="804672" cy="8046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17136" y="20116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Discovery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25696" y="2395728"/>
            <a:ext cx="2029968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2514600"/>
            <a:ext cx="1892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sobre EHR y genética identifican pacientes no diagnosticados. Diagnóstico temprano + mayor penetración del portfolio de rare disease.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71416" y="4343400"/>
            <a:ext cx="1938528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8" name="Shape 26"/>
          <p:cNvSpPr/>
          <p:nvPr/>
        </p:nvSpPr>
        <p:spPr>
          <a:xfrm>
            <a:off x="4471416" y="4343400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590288" y="43434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+ outcomes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1078992"/>
            <a:ext cx="804672" cy="804672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01968" y="20116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Lifecycle Analytics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10528" y="2395728"/>
            <a:ext cx="2029968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4" name="Text 32"/>
          <p:cNvSpPr/>
          <p:nvPr/>
        </p:nvSpPr>
        <p:spPr>
          <a:xfrm>
            <a:off x="6601968" y="2514600"/>
            <a:ext cx="1892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datos clínicos, regulatorios y comerciales. Predicción de ingresos y nuevas indicaciones 12–24 meses antes.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56248" y="4343400"/>
            <a:ext cx="1938528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6" name="Shape 34"/>
          <p:cNvSpPr/>
          <p:nvPr/>
        </p:nvSpPr>
        <p:spPr>
          <a:xfrm>
            <a:off x="6556248" y="4343400"/>
            <a:ext cx="54864" cy="34747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434340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estratégica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 ·  AI Strategy &amp; Innovation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Norgine AI Strategy - Template C</dc:title>
  <dc:subject>PptxGenJS Presentation</dc:subject>
  <dc:creator>PptxGenJS</dc:creator>
  <cp:lastModifiedBy>PptxGenJS</cp:lastModifiedBy>
  <cp:revision>1</cp:revision>
  <dcterms:created xsi:type="dcterms:W3CDTF">2026-03-13T12:20:30Z</dcterms:created>
  <dcterms:modified xsi:type="dcterms:W3CDTF">2026-03-13T12:20:30Z</dcterms:modified>
</cp:coreProperties>
</file>